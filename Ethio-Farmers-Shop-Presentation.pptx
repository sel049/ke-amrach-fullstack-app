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# 🌾 Ke geberew - Ethiopian Agricultural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## PowerPoint Presentation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*Connecting Farmers with Buyers Directly*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**Project Type**: Full-Stack E-commerce Platform</a:t>
            </a:r>
          </a:p>
          <a:p>
            <a:pPr>
              <a:defRPr sz="1400"/>
            </a:pPr>
            <a:r>
              <a:t>**Target Market**: Ethiopian Agricultural Sector</a:t>
            </a:r>
          </a:p>
          <a:p>
            <a:pPr>
              <a:defRPr sz="1400"/>
            </a:pPr>
            <a:r>
              <a:t>**Technology**: React + Node.js + MySQL</a:t>
            </a:r>
          </a:p>
          <a:p>
            <a:pPr>
              <a:defRPr sz="1400"/>
            </a:pPr>
            <a:r>
              <a:t>**Languages**: English &amp; Amharic Support</a:t>
            </a:r>
          </a:p>
          <a:p>
            <a:pPr>
              <a:defRPr sz="1400"/>
            </a:pPr>
            <a:r>
              <a:t>**Status**: Production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*Empowering Ethiopian farmers to sell their produce directly to buyers while providing buyers with access to fresh, locally-sourced agricultural products.*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Key Objectives:</a:t>
            </a:r>
          </a:p>
          <a:p>
            <a:pPr>
              <a:defRPr sz="1400"/>
            </a:pPr>
            <a:r>
              <a:t>Eliminate intermediaries in agricultural trade</a:t>
            </a:r>
          </a:p>
          <a:p>
            <a:pPr>
              <a:defRPr sz="1400"/>
            </a:pPr>
            <a:r>
              <a:t>Ensure fair prices for farmers</a:t>
            </a:r>
          </a:p>
          <a:p>
            <a:pPr>
              <a:defRPr sz="1400"/>
            </a:pPr>
            <a:r>
              <a:t>Provide fresh, local produce to buyers</a:t>
            </a:r>
          </a:p>
          <a:p>
            <a:pPr>
              <a:defRPr sz="1400"/>
            </a:pPr>
            <a:r>
              <a:t>Support Ethiopian agricultural ecosystem</a:t>
            </a:r>
          </a:p>
          <a:p>
            <a:pPr>
              <a:defRPr sz="1400"/>
            </a:pPr>
            <a:r>
              <a:t>Bridge the gap between rural farmers and urban consumers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Current Challenges in Ethiopian Agriculture: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🌾 **For Farmers:**</a:t>
            </a:r>
          </a:p>
          <a:p>
            <a:pPr>
              <a:defRPr sz="1400"/>
            </a:pPr>
            <a:r>
              <a:t>Limited market access</a:t>
            </a:r>
          </a:p>
          <a:p>
            <a:pPr>
              <a:defRPr sz="1400"/>
            </a:pPr>
            <a:r>
              <a:t>Middleman exploitation</a:t>
            </a:r>
          </a:p>
          <a:p>
            <a:pPr>
              <a:defRPr sz="1400"/>
            </a:pPr>
            <a:r>
              <a:t>Price volatility</a:t>
            </a:r>
          </a:p>
          <a:p>
            <a:pPr>
              <a:defRPr sz="1400"/>
            </a:pPr>
            <a:r>
              <a:t>Lack of direct buyer connections</a:t>
            </a:r>
          </a:p>
          <a:p>
            <a:pPr>
              <a:defRPr sz="1400"/>
            </a:pPr>
            <a:r>
              <a:t>Limited technology adoption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🛒 **For Buyers:**</a:t>
            </a:r>
          </a:p>
          <a:p>
            <a:pPr>
              <a:defRPr sz="1400"/>
            </a:pPr>
            <a:r>
              <a:t>Difficulty finding fresh produce</a:t>
            </a:r>
          </a:p>
          <a:p>
            <a:pPr>
              <a:defRPr sz="1400"/>
            </a:pPr>
            <a:r>
              <a:t>High prices due to middlemen</a:t>
            </a:r>
          </a:p>
          <a:p>
            <a:pPr>
              <a:defRPr sz="1400"/>
            </a:pPr>
            <a:r>
              <a:t>Limited product variety</a:t>
            </a:r>
          </a:p>
          <a:p>
            <a:pPr>
              <a:defRPr sz="1400"/>
            </a:pPr>
            <a:r>
              <a:t>No direct farmer connection</a:t>
            </a:r>
          </a:p>
          <a:p>
            <a:pPr>
              <a:defRPr sz="1400"/>
            </a:pPr>
            <a:r>
              <a:t>Quality concerns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🌍 **Localized Experience**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English &amp; Amharic support</a:t>
            </a:r>
          </a:p>
          <a:p>
            <a:pPr>
              <a:defRPr sz="1400"/>
            </a:pPr>
            <a:r>
              <a:t>Ethiopian currency (ETB)</a:t>
            </a:r>
          </a:p>
          <a:p>
            <a:pPr>
              <a:defRPr sz="1400"/>
            </a:pPr>
            <a:r>
              <a:t>Local payment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Primary User Groups: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👨‍🌾 **Farmers**</a:t>
            </a:r>
          </a:p>
          <a:p>
            <a:pPr>
              <a:defRPr sz="1400"/>
            </a:pPr>
            <a:r>
              <a:t>Small to medium-scale farmers</a:t>
            </a:r>
          </a:p>
          <a:p>
            <a:pPr>
              <a:defRPr sz="1400"/>
            </a:pPr>
            <a:r>
              <a:t>Agricultural cooperatives</a:t>
            </a:r>
          </a:p>
          <a:p>
            <a:pPr>
              <a:defRPr sz="1400"/>
            </a:pPr>
            <a:r>
              <a:t>Individual producers</a:t>
            </a:r>
          </a:p>
          <a:p>
            <a:pPr>
              <a:defRPr sz="1400"/>
            </a:pPr>
            <a:r>
              <a:t>Age: 25-65 years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🛒 **Buyers**</a:t>
            </a:r>
          </a:p>
          <a:p>
            <a:pPr>
              <a:defRPr sz="1400"/>
            </a:pPr>
            <a:r>
              <a:t>Individual consumers</a:t>
            </a:r>
          </a:p>
          <a:p>
            <a:pPr>
              <a:defRPr sz="1400"/>
            </a:pPr>
            <a:r>
              <a:t>Restaurants &amp; hotels</a:t>
            </a:r>
          </a:p>
          <a:p>
            <a:pPr>
              <a:defRPr sz="1400"/>
            </a:pPr>
            <a:r>
              <a:t>Retailers &amp; wholesalers</a:t>
            </a:r>
          </a:p>
          <a:p>
            <a:pPr>
              <a:defRPr sz="1400"/>
            </a:pPr>
            <a:r>
              <a:t>Agricultural processors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👨‍💼 **Administrators**</a:t>
            </a:r>
          </a:p>
          <a:p>
            <a:pPr>
              <a:defRPr sz="1400"/>
            </a:pPr>
            <a:r>
              <a:t>Platform managers</a:t>
            </a:r>
          </a:p>
          <a:p>
            <a:pPr>
              <a:defRPr sz="1400"/>
            </a:pPr>
            <a:r>
              <a:t>Support staff</a:t>
            </a:r>
          </a:p>
          <a:p>
            <a:pPr>
              <a:defRPr sz="1400"/>
            </a:pPr>
            <a:r>
              <a:t>Analytics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📋 **Order Management**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Process incoming orders</a:t>
            </a:r>
          </a:p>
          <a:p>
            <a:pPr>
              <a:defRPr sz="1400"/>
            </a:pPr>
            <a:r>
              <a:t>Update order status</a:t>
            </a:r>
          </a:p>
          <a:p>
            <a:pPr>
              <a:defRPr sz="1400"/>
            </a:pPr>
            <a:r>
              <a:t>Manage delivery schedules</a:t>
            </a:r>
          </a:p>
          <a:p>
            <a:pPr>
              <a:defRPr sz="1400"/>
            </a:pPr>
            <a:r>
              <a:t>Customer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🔍 **Product Discovery**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Advanced search and filtering</a:t>
            </a:r>
          </a:p>
          <a:p>
            <a:pPr>
              <a:defRPr sz="1400"/>
            </a:pPr>
            <a:r>
              <a:t>Browse by category and location</a:t>
            </a:r>
          </a:p>
          <a:p>
            <a:pPr>
              <a:defRPr sz="1400"/>
            </a:pPr>
            <a:r>
              <a:t>Price comparison tools</a:t>
            </a:r>
          </a:p>
          <a:p>
            <a:pPr>
              <a:defRPr sz="1400"/>
            </a:pPr>
            <a:r>
              <a:t>Quality ratings and reviews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🛒 **Shopping Experience**</a:t>
            </a:r>
          </a:p>
          <a:p>
            <a:pPr>
              <a:defRPr sz="1400"/>
            </a:pPr>
            <a:r>
              <a:t>Shopping cart functionality</a:t>
            </a:r>
          </a:p>
          <a:p>
            <a:pPr>
              <a:defRPr sz="1400"/>
            </a:pPr>
            <a:r>
              <a:t>Favorites and wishlist</a:t>
            </a:r>
          </a:p>
          <a:p>
            <a:pPr>
              <a:defRPr sz="1400"/>
            </a:pPr>
            <a:r>
              <a:t>Order tracking</a:t>
            </a:r>
          </a:p>
          <a:p>
            <a:pPr>
              <a:defRPr sz="1400"/>
            </a:pPr>
            <a:r>
              <a:t>Multiple payment options</a:t>
            </a:r>
          </a:p>
          <a:p>
            <a:pPr>
              <a:defRPr sz="1400"/>
            </a:pPr>
            <a:r>
              <a:t>⭐ **Review System**</a:t>
            </a:r>
          </a:p>
          <a:p>
            <a:pPr>
              <a:defRPr sz="1400"/>
            </a:pPr>
            <a:r>
              <a:t>Rate products and farmers</a:t>
            </a:r>
          </a:p>
          <a:p>
            <a:pPr>
              <a:defRPr sz="1400"/>
            </a:pPr>
            <a:r>
              <a:t>Read customer reviews</a:t>
            </a:r>
          </a:p>
          <a:p>
            <a:pPr>
              <a:defRPr sz="1400"/>
            </a:pPr>
            <a:r>
              <a:t>Build trust and credibility</a:t>
            </a:r>
          </a:p>
          <a:p>
            <a:pPr>
              <a:defRPr sz="1400"/>
            </a:pPr>
            <a:r>
              <a:t>Community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🌐 **Multi-Language Support**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Complete English interface</a:t>
            </a:r>
          </a:p>
          <a:p>
            <a:pPr>
              <a:defRPr sz="1400"/>
            </a:pPr>
            <a:r>
              <a:t>Full Amharic localization</a:t>
            </a:r>
          </a:p>
          <a:p>
            <a:pPr>
              <a:defRPr sz="1400"/>
            </a:pPr>
            <a:r>
              <a:t>Dynamic language switching</a:t>
            </a:r>
          </a:p>
          <a:p>
            <a:pPr>
              <a:defRPr sz="1400"/>
            </a:pPr>
            <a:r>
              <a:t>Cultural adaptation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📱 **Responsive Design**</a:t>
            </a:r>
          </a:p>
          <a:p>
            <a:pPr>
              <a:defRPr sz="1400"/>
            </a:pPr>
            <a:r>
              <a:t>Mobile-first approach</a:t>
            </a:r>
          </a:p>
          <a:p>
            <a:pPr>
              <a:defRPr sz="1400"/>
            </a:pPr>
            <a:r>
              <a:t>Tablet optimization</a:t>
            </a:r>
          </a:p>
          <a:p>
            <a:pPr>
              <a:defRPr sz="1400"/>
            </a:pPr>
            <a:r>
              <a:t>Desktop compatibility</a:t>
            </a:r>
          </a:p>
          <a:p>
            <a:pPr>
              <a:defRPr sz="1400"/>
            </a:pPr>
            <a:r>
              <a:t>Cross-browser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Frontend Technologies:</a:t>
            </a:r>
          </a:p>
          <a:p>
            <a:pPr>
              <a:defRPr sz="1400"/>
            </a:pPr>
            <a:r>
              <a:t>**React 18** - Modern UI library</a:t>
            </a:r>
          </a:p>
          <a:p>
            <a:pPr>
              <a:defRPr sz="1400"/>
            </a:pPr>
            <a:r>
              <a:t>**Vite** - Fast build tool</a:t>
            </a:r>
          </a:p>
          <a:p>
            <a:pPr>
              <a:defRPr sz="1400"/>
            </a:pPr>
            <a:r>
              <a:t>**Tailwind CSS** - Utility-first styling</a:t>
            </a:r>
          </a:p>
          <a:p>
            <a:pPr>
              <a:defRPr sz="1400"/>
            </a:pPr>
            <a:r>
              <a:t>**React Router** - Client-side routing</a:t>
            </a:r>
          </a:p>
          <a:p>
            <a:pPr>
              <a:defRPr sz="1400"/>
            </a:pPr>
            <a:r>
              <a:t>**Axios** - HTTP client</a:t>
            </a:r>
          </a:p>
          <a:p>
            <a:pPr>
              <a:defRPr sz="1400"/>
            </a:pPr>
            <a:r>
              <a:t>**Lucide React** - Icon library</a:t>
            </a:r>
          </a:p>
          <a:p>
            <a:pPr>
              <a:defRPr b="1" sz="1800"/>
            </a:pPr>
            <a:r>
              <a:t>Backend Technologies:</a:t>
            </a:r>
          </a:p>
          <a:p>
            <a:pPr>
              <a:defRPr sz="1400"/>
            </a:pPr>
            <a:r>
              <a:t>**Node.js** - JavaScript runtime</a:t>
            </a:r>
          </a:p>
          <a:p>
            <a:pPr>
              <a:defRPr sz="1400"/>
            </a:pPr>
            <a:r>
              <a:t>**Express.js** - Web framework</a:t>
            </a:r>
          </a:p>
          <a:p>
            <a:pPr>
              <a:defRPr sz="1400"/>
            </a:pPr>
            <a:r>
              <a:t>**MySQL** - Database management</a:t>
            </a:r>
          </a:p>
          <a:p>
            <a:pPr>
              <a:defRPr sz="1400"/>
            </a:pPr>
            <a:r>
              <a:t>**Firebase Admin** - Authentication</a:t>
            </a:r>
          </a:p>
          <a:p>
            <a:pPr>
              <a:defRPr sz="1400"/>
            </a:pPr>
            <a:r>
              <a:t>**JWT** - Token authentication</a:t>
            </a:r>
          </a:p>
          <a:p>
            <a:pPr>
              <a:defRPr sz="1400"/>
            </a:pPr>
            <a:r>
              <a:t>**Multer** - File uploads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Comprehensive Data Management: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**Core Tables:**</a:t>
            </a:r>
          </a:p>
          <a:p>
            <a:pPr>
              <a:defRPr sz="1400"/>
            </a:pPr>
            <a:r>
              <a:t>Users (farmers, buyers, admins)</a:t>
            </a:r>
          </a:p>
          <a:p>
            <a:pPr>
              <a:defRPr sz="1400"/>
            </a:pPr>
            <a:r>
              <a:t>Product listings</a:t>
            </a:r>
          </a:p>
          <a:p>
            <a:pPr>
              <a:defRPr sz="1400"/>
            </a:pPr>
            <a:r>
              <a:t>Orders and order items</a:t>
            </a:r>
          </a:p>
          <a:p>
            <a:pPr>
              <a:defRPr sz="1400"/>
            </a:pPr>
            <a:r>
              <a:t>Reviews and ratings</a:t>
            </a:r>
          </a:p>
          <a:p>
            <a:pPr>
              <a:defRPr sz="1400"/>
            </a:pPr>
            <a:r>
              <a:t>Notifications</a:t>
            </a:r>
          </a:p>
          <a:p>
            <a:pPr>
              <a:defRPr sz="1400"/>
            </a:pPr>
            <a:r>
              <a:t>Payment methods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🔗 **Relationships:**</a:t>
            </a:r>
          </a:p>
          <a:p>
            <a:pPr>
              <a:defRPr sz="1400"/>
            </a:pPr>
            <a:r>
              <a:t>User-to-listings (one-to-many)</a:t>
            </a:r>
          </a:p>
          <a:p>
            <a:pPr>
              <a:defRPr sz="1400"/>
            </a:pPr>
            <a:r>
              <a:t>Orders-to-items (one-to-many)</a:t>
            </a:r>
          </a:p>
          <a:p>
            <a:pPr>
              <a:defRPr sz="1400"/>
            </a:pPr>
            <a:r>
              <a:t>Users-to-reviews (one-to-many)</a:t>
            </a:r>
          </a:p>
          <a:p>
            <a:pPr>
              <a:defRPr sz="1400"/>
            </a:pPr>
            <a:r>
              <a:t>Optimized with proper indexing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📈 **Performance:**</a:t>
            </a:r>
          </a:p>
          <a:p>
            <a:pPr>
              <a:defRPr sz="1400"/>
            </a:pPr>
            <a:r>
              <a:t>Connection pooling</a:t>
            </a:r>
          </a:p>
          <a:p>
            <a:pPr>
              <a:defRPr sz="1400"/>
            </a:pPr>
            <a:r>
              <a:t>Query optimization</a:t>
            </a:r>
          </a:p>
          <a:p>
            <a:pPr>
              <a:defRPr sz="1400"/>
            </a:pPr>
            <a:r>
              <a:t>Indexed searches</a:t>
            </a:r>
          </a:p>
          <a:p>
            <a:pPr>
              <a:defRPr sz="1400"/>
            </a:pPr>
            <a:r>
              <a:t>Efficient data retrieval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💳 **Payment Methods**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Bank transfers</a:t>
            </a:r>
          </a:p>
          <a:p>
            <a:pPr>
              <a:defRPr sz="1400"/>
            </a:pPr>
            <a:r>
              <a:t>Mobile money</a:t>
            </a:r>
          </a:p>
          <a:p>
            <a:pPr>
              <a:defRPr sz="1400"/>
            </a:pPr>
            <a:r>
              <a:t>Cash on delivery</a:t>
            </a:r>
          </a:p>
          <a:p>
            <a:pPr>
              <a:defRPr sz="1400"/>
            </a:pPr>
            <a:r>
              <a:t>Credit/debit cards (planned)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🔍 **Monitoring &amp; Logging**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Request rate limiting</a:t>
            </a:r>
          </a:p>
          <a:p>
            <a:pPr>
              <a:defRPr sz="1400"/>
            </a:pPr>
            <a:r>
              <a:t>Error tracking</a:t>
            </a:r>
          </a:p>
          <a:p>
            <a:pPr>
              <a:defRPr sz="1400"/>
            </a:pPr>
            <a:r>
              <a:t>Security headers</a:t>
            </a:r>
          </a:p>
          <a:p>
            <a:pPr>
              <a:defRPr sz="1400"/>
            </a:pPr>
            <a:r>
              <a:t>Audit trails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🌙 **Theme Support**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Light and dark modes</a:t>
            </a:r>
          </a:p>
          <a:p>
            <a:pPr>
              <a:defRPr sz="1400"/>
            </a:pPr>
            <a:r>
              <a:t>User preference settings</a:t>
            </a:r>
          </a:p>
          <a:p>
            <a:pPr>
              <a:defRPr sz="1400"/>
            </a:pPr>
            <a:r>
              <a:t>Consistent color scheme</a:t>
            </a:r>
          </a:p>
          <a:p>
            <a:pPr>
              <a:defRPr sz="1400"/>
            </a:pPr>
            <a:r>
              <a:t>Professional appearance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📱 **Responsive Layout**</a:t>
            </a:r>
          </a:p>
          <a:p>
            <a:pPr>
              <a:defRPr sz="1400"/>
            </a:pPr>
            <a:r>
              <a:t>Adaptive grid system</a:t>
            </a:r>
          </a:p>
          <a:p>
            <a:pPr>
              <a:defRPr sz="1400"/>
            </a:pPr>
            <a:r>
              <a:t>Touch-friendly interactions</a:t>
            </a:r>
          </a:p>
          <a:p>
            <a:pPr>
              <a:defRPr sz="1400"/>
            </a:pPr>
            <a:r>
              <a:t>Optimized for all devices</a:t>
            </a:r>
          </a:p>
          <a:p>
            <a:pPr>
              <a:defRPr sz="1400"/>
            </a:pPr>
            <a:r>
              <a:t>Smooth animations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🔔 **Smart Notifications**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Price alerts</a:t>
            </a:r>
          </a:p>
          <a:p>
            <a:pPr>
              <a:defRPr sz="1400"/>
            </a:pPr>
            <a:r>
              <a:t>Market updates</a:t>
            </a:r>
          </a:p>
          <a:p>
            <a:pPr>
              <a:defRPr sz="1400"/>
            </a:pPr>
            <a:r>
              <a:t>Order notifications</a:t>
            </a:r>
          </a:p>
          <a:p>
            <a:pPr>
              <a:defRPr sz="1400"/>
            </a:pPr>
            <a:r>
              <a:t>System announcements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Comprehensive Management Tools: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👨‍💼 **User Management**</a:t>
            </a:r>
          </a:p>
          <a:p>
            <a:pPr>
              <a:defRPr sz="1400"/>
            </a:pPr>
            <a:r>
              <a:t>User registration approval</a:t>
            </a:r>
          </a:p>
          <a:p>
            <a:pPr>
              <a:defRPr sz="1400"/>
            </a:pPr>
            <a:r>
              <a:t>Role assignment</a:t>
            </a:r>
          </a:p>
          <a:p>
            <a:pPr>
              <a:defRPr sz="1400"/>
            </a:pPr>
            <a:r>
              <a:t>Account verification</a:t>
            </a:r>
          </a:p>
          <a:p>
            <a:pPr>
              <a:defRPr sz="1400"/>
            </a:pPr>
            <a:r>
              <a:t>Support ticket handling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**Platform Analytics**</a:t>
            </a:r>
          </a:p>
          <a:p>
            <a:pPr>
              <a:defRPr sz="1400"/>
            </a:pPr>
            <a:r>
              <a:t>User statistics</a:t>
            </a:r>
          </a:p>
          <a:p>
            <a:pPr>
              <a:defRPr sz="1400"/>
            </a:pPr>
            <a:r>
              <a:t>Sales reports</a:t>
            </a:r>
          </a:p>
          <a:p>
            <a:pPr>
              <a:defRPr sz="1400"/>
            </a:pPr>
            <a:r>
              <a:t>Performance metrics</a:t>
            </a:r>
          </a:p>
          <a:p>
            <a:pPr>
              <a:defRPr sz="1400"/>
            </a:pPr>
            <a:r>
              <a:t>System health monitoring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🔧 **System Administration**</a:t>
            </a:r>
          </a:p>
          <a:p>
            <a:pPr>
              <a:defRPr sz="1400"/>
            </a:pPr>
            <a:r>
              <a:t>Content moderation</a:t>
            </a:r>
          </a:p>
          <a:p>
            <a:pPr>
              <a:defRPr sz="1400"/>
            </a:pPr>
            <a:r>
              <a:t>Payment processing</a:t>
            </a:r>
          </a:p>
          <a:p>
            <a:pPr>
              <a:defRPr sz="1400"/>
            </a:pPr>
            <a:r>
              <a:t>Database management</a:t>
            </a:r>
          </a:p>
          <a:p>
            <a:pPr>
              <a:defRPr sz="1400"/>
            </a:pPr>
            <a:r>
              <a:t>Security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📦 **Product Management**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CRUD operations for listings</a:t>
            </a:r>
          </a:p>
          <a:p>
            <a:pPr>
              <a:defRPr sz="1400"/>
            </a:pPr>
            <a:r>
              <a:t>Image upload handling</a:t>
            </a:r>
          </a:p>
          <a:p>
            <a:pPr>
              <a:defRPr sz="1400"/>
            </a:pPr>
            <a:r>
              <a:t>Search and filtering</a:t>
            </a:r>
          </a:p>
          <a:p>
            <a:pPr>
              <a:defRPr sz="1400"/>
            </a:pPr>
            <a:r>
              <a:t>Category management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🛒 **Order Processing**</a:t>
            </a:r>
          </a:p>
          <a:p>
            <a:pPr>
              <a:defRPr sz="1400"/>
            </a:pPr>
            <a:r>
              <a:t>Order creation and updates</a:t>
            </a:r>
          </a:p>
          <a:p>
            <a:pPr>
              <a:defRPr sz="1400"/>
            </a:pPr>
            <a:r>
              <a:t>Status management</a:t>
            </a:r>
          </a:p>
          <a:p>
            <a:pPr>
              <a:defRPr sz="1400"/>
            </a:pPr>
            <a:r>
              <a:t>Payment integration</a:t>
            </a:r>
          </a:p>
          <a:p>
            <a:pPr>
              <a:defRPr sz="1400"/>
            </a:pPr>
            <a:r>
              <a:t>Notification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1. **Planning &amp; Design** - Requirements gathering, UI/UX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2. **Backend Development** - API development, database design</a:t>
            </a:r>
          </a:p>
          <a:p>
            <a:pPr>
              <a:defRPr sz="1400"/>
            </a:pPr>
            <a:r>
              <a:t>3. **Frontend Development** - React components, user interfaces</a:t>
            </a:r>
          </a:p>
          <a:p>
            <a:pPr>
              <a:defRPr sz="1400"/>
            </a:pPr>
            <a:r>
              <a:t>4. **Integration** - API integration, testing</a:t>
            </a:r>
          </a:p>
          <a:p>
            <a:pPr>
              <a:defRPr sz="1400"/>
            </a:pPr>
            <a:r>
              <a:t>5. **Deployment** - Production setup, monitoring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🧪 **Testing Strategy**</a:t>
            </a:r>
          </a:p>
          <a:p>
            <a:pPr>
              <a:defRPr sz="1400"/>
            </a:pPr>
            <a:r>
              <a:t>Unit testing</a:t>
            </a:r>
          </a:p>
          <a:p>
            <a:pPr>
              <a:defRPr sz="1400"/>
            </a:pPr>
            <a:r>
              <a:t>Integration testing</a:t>
            </a:r>
          </a:p>
          <a:p>
            <a:pPr>
              <a:defRPr sz="1400"/>
            </a:pPr>
            <a:r>
              <a:t>User acceptance testing</a:t>
            </a:r>
          </a:p>
          <a:p>
            <a:pPr>
              <a:defRPr sz="1400"/>
            </a:pPr>
            <a:r>
              <a:t>Security testing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High-Performance Platform: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⚡ **Frontend Optimization**</a:t>
            </a:r>
          </a:p>
          <a:p>
            <a:pPr>
              <a:defRPr sz="1400"/>
            </a:pPr>
            <a:r>
              <a:t>Vite build tool</a:t>
            </a:r>
          </a:p>
          <a:p>
            <a:pPr>
              <a:defRPr sz="1400"/>
            </a:pPr>
            <a:r>
              <a:t>Code splitting</a:t>
            </a:r>
          </a:p>
          <a:p>
            <a:pPr>
              <a:defRPr sz="1400"/>
            </a:pPr>
            <a:r>
              <a:t>Image optimization</a:t>
            </a:r>
          </a:p>
          <a:p>
            <a:pPr>
              <a:defRPr sz="1400"/>
            </a:pPr>
            <a:r>
              <a:t>Lazy loading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🚀 **Backend Optimization**</a:t>
            </a:r>
          </a:p>
          <a:p>
            <a:pPr>
              <a:defRPr sz="1400"/>
            </a:pPr>
            <a:r>
              <a:t>Database indexing</a:t>
            </a:r>
          </a:p>
          <a:p>
            <a:pPr>
              <a:defRPr sz="1400"/>
            </a:pPr>
            <a:r>
              <a:t>Query optimization</a:t>
            </a:r>
          </a:p>
          <a:p>
            <a:pPr>
              <a:defRPr sz="1400"/>
            </a:pPr>
            <a:r>
              <a:t>Connection pooling</a:t>
            </a:r>
          </a:p>
          <a:p>
            <a:pPr>
              <a:defRPr sz="1400"/>
            </a:pPr>
            <a:r>
              <a:t>Caching strategies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**Monitoring**</a:t>
            </a:r>
          </a:p>
          <a:p>
            <a:pPr>
              <a:defRPr sz="1400"/>
            </a:pPr>
            <a:r>
              <a:t>Performance metrics</a:t>
            </a:r>
          </a:p>
          <a:p>
            <a:pPr>
              <a:defRPr sz="1400"/>
            </a:pPr>
            <a:r>
              <a:t>Error tracking</a:t>
            </a:r>
          </a:p>
          <a:p>
            <a:pPr>
              <a:defRPr sz="1400"/>
            </a:pPr>
            <a:r>
              <a:t>User analytics</a:t>
            </a:r>
          </a:p>
          <a:p>
            <a:pPr>
              <a:defRPr sz="1400"/>
            </a:pPr>
            <a:r>
              <a:t>System health checks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🖥️ **Backend Deployment**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Cloud hosting (AWS/DigitalOcean)</a:t>
            </a:r>
          </a:p>
          <a:p>
            <a:pPr>
              <a:defRPr sz="1400"/>
            </a:pPr>
            <a:r>
              <a:t>Database hosting</a:t>
            </a:r>
          </a:p>
          <a:p>
            <a:pPr>
              <a:defRPr sz="1400"/>
            </a:pPr>
            <a:r>
              <a:t>SSL certificates</a:t>
            </a:r>
          </a:p>
          <a:p>
            <a:pPr>
              <a:defRPr sz="1400"/>
            </a:pPr>
            <a:r>
              <a:t>Load balancing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🔧 **DevOps**</a:t>
            </a:r>
          </a:p>
          <a:p>
            <a:pPr>
              <a:defRPr sz="1400"/>
            </a:pPr>
            <a:r>
              <a:t>CI/CD pipelines</a:t>
            </a:r>
          </a:p>
          <a:p>
            <a:pPr>
              <a:defRPr sz="1400"/>
            </a:pPr>
            <a:r>
              <a:t>Automated testing</a:t>
            </a:r>
          </a:p>
          <a:p>
            <a:pPr>
              <a:defRPr sz="1400"/>
            </a:pPr>
            <a:r>
              <a:t>Environment management</a:t>
            </a:r>
          </a:p>
          <a:p>
            <a:pPr>
              <a:defRPr sz="1400"/>
            </a:pPr>
            <a:r>
              <a:t>Monitoring setup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🌍 **Expansion Plans**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Regional expansion</a:t>
            </a:r>
          </a:p>
          <a:p>
            <a:pPr>
              <a:defRPr sz="1400"/>
            </a:pPr>
            <a:r>
              <a:t>International markets</a:t>
            </a:r>
          </a:p>
          <a:p>
            <a:pPr>
              <a:defRPr sz="1400"/>
            </a:pPr>
            <a:r>
              <a:t>Additional languages</a:t>
            </a:r>
          </a:p>
          <a:p>
            <a:pPr>
              <a:defRPr sz="1400"/>
            </a:pPr>
            <a:r>
              <a:t>Partnership programs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Social and Economic Impact: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🌾 **For Farmers**</a:t>
            </a:r>
          </a:p>
          <a:p>
            <a:pPr>
              <a:defRPr sz="1400"/>
            </a:pPr>
            <a:r>
              <a:t>Increased income potential</a:t>
            </a:r>
          </a:p>
          <a:p>
            <a:pPr>
              <a:defRPr sz="1400"/>
            </a:pPr>
            <a:r>
              <a:t>Direct market access</a:t>
            </a:r>
          </a:p>
          <a:p>
            <a:pPr>
              <a:defRPr sz="1400"/>
            </a:pPr>
            <a:r>
              <a:t>Reduced dependency on middlemen</a:t>
            </a:r>
          </a:p>
          <a:p>
            <a:pPr>
              <a:defRPr sz="1400"/>
            </a:pPr>
            <a:r>
              <a:t>Technology adoption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🛒 **For Buyers**</a:t>
            </a:r>
          </a:p>
          <a:p>
            <a:pPr>
              <a:defRPr sz="1400"/>
            </a:pPr>
            <a:r>
              <a:t>Access to fresh produce</a:t>
            </a:r>
          </a:p>
          <a:p>
            <a:pPr>
              <a:defRPr sz="1400"/>
            </a:pPr>
            <a:r>
              <a:t>Competitive pricing</a:t>
            </a:r>
          </a:p>
          <a:p>
            <a:pPr>
              <a:defRPr sz="1400"/>
            </a:pPr>
            <a:r>
              <a:t>Quality assurance</a:t>
            </a:r>
          </a:p>
          <a:p>
            <a:pPr>
              <a:defRPr sz="1400"/>
            </a:pPr>
            <a:r>
              <a:t>Convenient shopping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🏛️ **For Ethiopia**</a:t>
            </a:r>
          </a:p>
          <a:p>
            <a:pPr>
              <a:defRPr sz="1400"/>
            </a:pPr>
            <a:r>
              <a:t>Agricultural sector growth</a:t>
            </a:r>
          </a:p>
          <a:p>
            <a:pPr>
              <a:defRPr sz="1400"/>
            </a:pPr>
            <a:r>
              <a:t>Technology advancement</a:t>
            </a:r>
          </a:p>
          <a:p>
            <a:pPr>
              <a:defRPr sz="1400"/>
            </a:pPr>
            <a:r>
              <a:t>Economic development</a:t>
            </a:r>
          </a:p>
          <a:p>
            <a:pPr>
              <a:defRPr sz="1400"/>
            </a:pPr>
            <a:r>
              <a:t>Food security improvement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💰 **Business Metrics**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Total sales volume</a:t>
            </a:r>
          </a:p>
          <a:p>
            <a:pPr>
              <a:defRPr sz="1400"/>
            </a:pPr>
            <a:r>
              <a:t>Average order value</a:t>
            </a:r>
          </a:p>
          <a:p>
            <a:pPr>
              <a:defRPr sz="1400"/>
            </a:pPr>
            <a:r>
              <a:t>Revenue growth</a:t>
            </a:r>
          </a:p>
          <a:p>
            <a:pPr>
              <a:defRPr sz="1400"/>
            </a:pPr>
            <a:r>
              <a:t>Transaction success rate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📈 **Platform Health**</a:t>
            </a:r>
          </a:p>
          <a:p>
            <a:pPr>
              <a:defRPr sz="1400"/>
            </a:pPr>
            <a:r>
              <a:t>System uptime</a:t>
            </a:r>
          </a:p>
          <a:p>
            <a:pPr>
              <a:defRPr sz="1400"/>
            </a:pPr>
            <a:r>
              <a:t>Response times</a:t>
            </a:r>
          </a:p>
          <a:p>
            <a:pPr>
              <a:defRPr sz="1400"/>
            </a:pPr>
            <a:r>
              <a:t>Error rates</a:t>
            </a:r>
          </a:p>
          <a:p>
            <a:pPr>
              <a:defRPr sz="1400"/>
            </a:pPr>
            <a:r>
              <a:t>User satisfaction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Development Accomplishments: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✅ **Security Implementation**</a:t>
            </a:r>
          </a:p>
          <a:p>
            <a:pPr>
              <a:defRPr sz="1400"/>
            </a:pPr>
            <a:r>
              <a:t>14 major security issues resolved</a:t>
            </a:r>
          </a:p>
          <a:p>
            <a:pPr>
              <a:defRPr sz="1400"/>
            </a:pPr>
            <a:r>
              <a:t>Enterprise-grade security measures</a:t>
            </a:r>
          </a:p>
          <a:p>
            <a:pPr>
              <a:defRPr sz="1400"/>
            </a:pPr>
            <a:r>
              <a:t>Comprehensive error handling</a:t>
            </a:r>
          </a:p>
          <a:p>
            <a:pPr>
              <a:defRPr sz="1400"/>
            </a:pPr>
            <a:r>
              <a:t>Data validation and sanitization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🔧 **Code Quality**</a:t>
            </a:r>
          </a:p>
          <a:p>
            <a:pPr>
              <a:defRPr sz="1400"/>
            </a:pPr>
            <a:r>
              <a:t>Clean, maintainable code</a:t>
            </a:r>
          </a:p>
          <a:p>
            <a:pPr>
              <a:defRPr sz="1400"/>
            </a:pPr>
            <a:r>
              <a:t>Comprehensive documentation</a:t>
            </a:r>
          </a:p>
          <a:p>
            <a:pPr>
              <a:defRPr sz="1400"/>
            </a:pPr>
            <a:r>
              <a:t>Error boundaries implementation</a:t>
            </a:r>
          </a:p>
          <a:p>
            <a:pPr>
              <a:defRPr sz="1400"/>
            </a:pPr>
            <a:r>
              <a:t>Performance optimization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**Database Optimization**</a:t>
            </a:r>
          </a:p>
          <a:p>
            <a:pPr>
              <a:defRPr sz="1400"/>
            </a:pPr>
            <a:r>
              <a:t>Proper indexing strategy</a:t>
            </a:r>
          </a:p>
          <a:p>
            <a:pPr>
              <a:defRPr sz="1400"/>
            </a:pPr>
            <a:r>
              <a:t>Query optimization</a:t>
            </a:r>
          </a:p>
          <a:p>
            <a:pPr>
              <a:defRPr sz="1400"/>
            </a:pPr>
            <a:r>
              <a:t>Connection pooling</a:t>
            </a:r>
          </a:p>
          <a:p>
            <a:pPr>
              <a:defRPr sz="1400"/>
            </a:pPr>
            <a:r>
              <a:t>Data integrity measures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🗄️ **Database Issues**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**Challenge**: Schema inconsistencies</a:t>
            </a:r>
          </a:p>
          <a:p>
            <a:pPr>
              <a:defRPr sz="1400"/>
            </a:pPr>
            <a:r>
              <a:t>**Solution**: Consolidated database design</a:t>
            </a:r>
          </a:p>
          <a:p>
            <a:pPr>
              <a:defRPr sz="1400"/>
            </a:pPr>
            <a:r>
              <a:t>**Result**: Optimized data structure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🔧 **Technical Debt**</a:t>
            </a:r>
          </a:p>
          <a:p>
            <a:pPr>
              <a:defRPr sz="1400"/>
            </a:pPr>
            <a:r>
              <a:t>**Challenge**: Code inconsistencies</a:t>
            </a:r>
          </a:p>
          <a:p>
            <a:pPr>
              <a:defRPr sz="1400"/>
            </a:pPr>
            <a:r>
              <a:t>**Solution**: Refactoring and standardization</a:t>
            </a:r>
          </a:p>
          <a:p>
            <a:pPr>
              <a:defRPr sz="1400"/>
            </a:pPr>
            <a:r>
              <a:t>**Result**: Maintainable codebase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🔍 **Quality Metrics**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Code coverage analysis</a:t>
            </a:r>
          </a:p>
          <a:p>
            <a:pPr>
              <a:defRPr sz="1400"/>
            </a:pPr>
            <a:r>
              <a:t>Performance benchmarking</a:t>
            </a:r>
          </a:p>
          <a:p>
            <a:pPr>
              <a:defRPr sz="1400"/>
            </a:pPr>
            <a:r>
              <a:t>Security vulnerability scanning</a:t>
            </a:r>
          </a:p>
          <a:p>
            <a:pPr>
              <a:defRPr sz="1400"/>
            </a:pPr>
            <a:r>
              <a:t>User acceptance testing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**Testing Tools**</a:t>
            </a:r>
          </a:p>
          <a:p>
            <a:pPr>
              <a:defRPr sz="1400"/>
            </a:pPr>
            <a:r>
              <a:t>Jest for unit testing</a:t>
            </a:r>
          </a:p>
          <a:p>
            <a:pPr>
              <a:defRPr sz="1400"/>
            </a:pPr>
            <a:r>
              <a:t>Supertest for API testing</a:t>
            </a:r>
          </a:p>
          <a:p>
            <a:pPr>
              <a:defRPr sz="1400"/>
            </a:pPr>
            <a:r>
              <a:t>Manual testing procedures</a:t>
            </a:r>
          </a:p>
          <a:p>
            <a:pPr>
              <a:defRPr sz="1400"/>
            </a:pPr>
            <a:r>
              <a:t>Cross-browser compatibility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👥 **User Documentation**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User guides</a:t>
            </a:r>
          </a:p>
          <a:p>
            <a:pPr>
              <a:defRPr sz="1400"/>
            </a:pPr>
            <a:r>
              <a:t>FAQ sections</a:t>
            </a:r>
          </a:p>
          <a:p>
            <a:pPr>
              <a:defRPr sz="1400"/>
            </a:pPr>
            <a:r>
              <a:t>Video tutorials</a:t>
            </a:r>
          </a:p>
          <a:p>
            <a:pPr>
              <a:defRPr sz="1400"/>
            </a:pPr>
            <a:r>
              <a:t>Support resources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🔧 **Developer Resources**</a:t>
            </a:r>
          </a:p>
          <a:p>
            <a:pPr>
              <a:defRPr sz="1400"/>
            </a:pPr>
            <a:r>
              <a:t>Code comments</a:t>
            </a:r>
          </a:p>
          <a:p>
            <a:pPr>
              <a:defRPr sz="1400"/>
            </a:pPr>
            <a:r>
              <a:t>README files</a:t>
            </a:r>
          </a:p>
          <a:p>
            <a:pPr>
              <a:defRPr sz="1400"/>
            </a:pPr>
            <a:r>
              <a:t>Environment setup</a:t>
            </a:r>
          </a:p>
          <a:p>
            <a:pPr>
              <a:defRPr sz="1400"/>
            </a:pPr>
            <a:r>
              <a:t>Contribution guidelines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Unique Value Propositions: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🇪🇹 **Ethiopian Focus**</a:t>
            </a:r>
          </a:p>
          <a:p>
            <a:pPr>
              <a:defRPr sz="1400"/>
            </a:pPr>
            <a:r>
              <a:t>Localized for Ethiopian market</a:t>
            </a:r>
          </a:p>
          <a:p>
            <a:pPr>
              <a:defRPr sz="1400"/>
            </a:pPr>
            <a:r>
              <a:t>Amharic language support</a:t>
            </a:r>
          </a:p>
          <a:p>
            <a:pPr>
              <a:defRPr sz="1400"/>
            </a:pPr>
            <a:r>
              <a:t>Local payment methods</a:t>
            </a:r>
          </a:p>
          <a:p>
            <a:pPr>
              <a:defRPr sz="1400"/>
            </a:pPr>
            <a:r>
              <a:t>Cultural understanding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🔗 **Direct Connection**</a:t>
            </a:r>
          </a:p>
          <a:p>
            <a:pPr>
              <a:defRPr sz="1400"/>
            </a:pPr>
            <a:r>
              <a:t>No middleman involvement</a:t>
            </a:r>
          </a:p>
          <a:p>
            <a:pPr>
              <a:defRPr sz="1400"/>
            </a:pPr>
            <a:r>
              <a:t>Fair pricing for farmers</a:t>
            </a:r>
          </a:p>
          <a:p>
            <a:pPr>
              <a:defRPr sz="1400"/>
            </a:pPr>
            <a:r>
              <a:t>Fresh produce guarantee</a:t>
            </a:r>
          </a:p>
          <a:p>
            <a:pPr>
              <a:defRPr sz="1400"/>
            </a:pPr>
            <a:r>
              <a:t>Transparent transactions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💻 **Modern Technology**</a:t>
            </a:r>
          </a:p>
          <a:p>
            <a:pPr>
              <a:defRPr sz="1400"/>
            </a:pPr>
            <a:r>
              <a:t>Latest web technologies</a:t>
            </a:r>
          </a:p>
          <a:p>
            <a:pPr>
              <a:defRPr sz="1400"/>
            </a:pPr>
            <a:r>
              <a:t>Mobile-responsive design</a:t>
            </a:r>
          </a:p>
          <a:p>
            <a:pPr>
              <a:defRPr sz="1400"/>
            </a:pPr>
            <a:r>
              <a:t>Real-time updates</a:t>
            </a:r>
          </a:p>
          <a:p>
            <a:pPr>
              <a:defRPr sz="1400"/>
            </a:pPr>
            <a:r>
              <a:t>Secure platform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💡 **Growth Potential**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Scalable platform architecture</a:t>
            </a:r>
          </a:p>
          <a:p>
            <a:pPr>
              <a:defRPr sz="1400"/>
            </a:pPr>
            <a:r>
              <a:t>Expandable to other regions</a:t>
            </a:r>
          </a:p>
          <a:p>
            <a:pPr>
              <a:defRPr sz="1400"/>
            </a:pPr>
            <a:r>
              <a:t>Additional service offerings</a:t>
            </a:r>
          </a:p>
          <a:p>
            <a:pPr>
              <a:defRPr sz="1400"/>
            </a:pPr>
            <a:r>
              <a:t>Partnership opportunities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Identified Risks &amp; Mitigation: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🔒 **Security Risks**</a:t>
            </a:r>
          </a:p>
          <a:p>
            <a:pPr>
              <a:defRPr sz="1400"/>
            </a:pPr>
            <a:r>
              <a:t>**Risk**: Data breaches</a:t>
            </a:r>
          </a:p>
          <a:p>
            <a:pPr>
              <a:defRPr sz="1400"/>
            </a:pPr>
            <a:r>
              <a:t>**Mitigation**: Encryption, secure authentication</a:t>
            </a:r>
          </a:p>
          <a:p>
            <a:pPr>
              <a:defRPr sz="1400"/>
            </a:pPr>
            <a:r>
              <a:t>**Monitoring**: Regular security audits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💻 **Technical Risks**</a:t>
            </a:r>
          </a:p>
          <a:p>
            <a:pPr>
              <a:defRPr sz="1400"/>
            </a:pPr>
            <a:r>
              <a:t>**Risk**: System downtime</a:t>
            </a:r>
          </a:p>
          <a:p>
            <a:pPr>
              <a:defRPr sz="1400"/>
            </a:pPr>
            <a:r>
              <a:t>**Mitigation**: Redundancy, monitoring</a:t>
            </a:r>
          </a:p>
          <a:p>
            <a:pPr>
              <a:defRPr sz="1400"/>
            </a:pPr>
            <a:r>
              <a:t>**Monitoring**: Uptime tracking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📊 **Business Risks**</a:t>
            </a:r>
          </a:p>
          <a:p>
            <a:pPr>
              <a:defRPr sz="1400"/>
            </a:pPr>
            <a:r>
              <a:t>**Risk**: Low adoption</a:t>
            </a:r>
          </a:p>
          <a:p>
            <a:pPr>
              <a:defRPr sz="1400"/>
            </a:pPr>
            <a:r>
              <a:t>**Mitigation**: User education, marketing</a:t>
            </a:r>
          </a:p>
          <a:p>
            <a:pPr>
              <a:defRPr sz="1400"/>
            </a:pPr>
            <a:r>
              <a:t>**Monitoring**: User engagement metrics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Ke geberew - Transforming Ethiopian Agriculture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🎯 **Mission Accomplished**</a:t>
            </a:r>
          </a:p>
          <a:p>
            <a:pPr>
              <a:defRPr sz="1400"/>
            </a:pPr>
            <a:r>
              <a:t>Direct farmer-buyer connection</a:t>
            </a:r>
          </a:p>
          <a:p>
            <a:pPr>
              <a:defRPr sz="1400"/>
            </a:pPr>
            <a:r>
              <a:t>Fair pricing and market access</a:t>
            </a:r>
          </a:p>
          <a:p>
            <a:pPr>
              <a:defRPr sz="1400"/>
            </a:pPr>
            <a:r>
              <a:t>Modern technology adoption</a:t>
            </a:r>
          </a:p>
          <a:p>
            <a:pPr>
              <a:defRPr sz="1400"/>
            </a:pPr>
            <a:r>
              <a:t>Agricultural sector empowerment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🚀 **Ready for Launch**</a:t>
            </a:r>
          </a:p>
          <a:p>
            <a:pPr>
              <a:defRPr sz="1400"/>
            </a:pPr>
            <a:r>
              <a:t>Production-ready platform</a:t>
            </a:r>
          </a:p>
          <a:p>
            <a:pPr>
              <a:defRPr sz="1400"/>
            </a:pPr>
            <a:r>
              <a:t>Comprehensive security</a:t>
            </a:r>
          </a:p>
          <a:p>
            <a:pPr>
              <a:defRPr sz="1400"/>
            </a:pPr>
            <a:r>
              <a:t>Scalable architecture</a:t>
            </a:r>
          </a:p>
          <a:p>
            <a:pPr>
              <a:defRPr sz="1400"/>
            </a:pPr>
            <a:r>
              <a:t>User-friendly interface</a:t>
            </a:r>
          </a:p>
          <a:p>
            <a:pPr>
              <a:defRPr b="1" sz="1600">
                <a:solidFill>
                  <a:srgbClr val="006400"/>
                </a:solidFill>
              </a:defRPr>
            </a:pPr>
            <a:r>
              <a:t>🌾 **Future Impact**</a:t>
            </a:r>
          </a:p>
          <a:p>
            <a:pPr>
              <a:defRPr sz="1400"/>
            </a:pPr>
            <a:r>
              <a:t>Agricultural sector growth</a:t>
            </a:r>
          </a:p>
          <a:p>
            <a:pPr>
              <a:defRPr sz="1400"/>
            </a:pPr>
            <a:r>
              <a:t>Technology advancement</a:t>
            </a:r>
          </a:p>
          <a:p>
            <a:pPr>
              <a:defRPr sz="1400"/>
            </a:pPr>
            <a:r>
              <a:t>Economic development</a:t>
            </a:r>
          </a:p>
          <a:p>
            <a:pPr>
              <a:defRPr sz="1400"/>
            </a:pPr>
            <a:r>
              <a:t>Food security improvement</a:t>
            </a:r>
          </a:p>
          <a:p>
            <a:pPr>
              <a:defRPr b="1" sz="1800"/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6400"/>
                </a:solidFill>
              </a:defRPr>
            </a:pPr>
            <a:r>
              <a:t>*Empowering farmers, connecting communities, growing together.*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